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6115ee370_1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6115ee370_1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6115ee370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6115ee370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6115ee370_1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6115ee370_1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6115ee370_1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6115ee370_1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6115ee370_1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6115ee370_1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6115ee370_1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6115ee370_1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6115ee370_1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6115ee370_1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6115ee370_1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6115ee370_1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6115ee370_1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6115ee370_1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6115ee370_1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6115ee370_1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6115ee370_1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6115ee370_1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6115ee370_1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6115ee370_1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6115ee370_1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c6115ee370_1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9592"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9592"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4" name="Google Shape;10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0" name="Google Shape;110;p17"/>
          <p:cNvPicPr preferRelativeResize="0"/>
          <p:nvPr/>
        </p:nvPicPr>
        <p:blipFill rotWithShape="1">
          <a:blip r:embed="rId3">
            <a:alphaModFix/>
          </a:blip>
          <a:srcRect b="0" l="0" r="0" t="9329"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6" name="Google Shape;116;p18"/>
          <p:cNvPicPr preferRelativeResize="0"/>
          <p:nvPr/>
        </p:nvPicPr>
        <p:blipFill rotWithShape="1">
          <a:blip r:embed="rId3">
            <a:alphaModFix/>
          </a:blip>
          <a:srcRect b="0" l="0" r="0" t="9592"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22" name="Google Shape;122;p19"/>
          <p:cNvPicPr preferRelativeResize="0"/>
          <p:nvPr/>
        </p:nvPicPr>
        <p:blipFill rotWithShape="1">
          <a:blip r:embed="rId3">
            <a:alphaModFix/>
          </a:blip>
          <a:srcRect b="0" l="0" r="0" t="9329"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28" name="Google Shape;1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34" name="Google Shape;134;p21"/>
          <p:cNvPicPr preferRelativeResize="0"/>
          <p:nvPr/>
        </p:nvPicPr>
        <p:blipFill rotWithShape="1">
          <a:blip r:embed="rId3">
            <a:alphaModFix/>
          </a:blip>
          <a:srcRect b="0" l="0" r="0" t="9329"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40" name="Google Shape;140;p22"/>
          <p:cNvPicPr preferRelativeResize="0"/>
          <p:nvPr/>
        </p:nvPicPr>
        <p:blipFill rotWithShape="1">
          <a:blip r:embed="rId3">
            <a:alphaModFix/>
          </a:blip>
          <a:srcRect b="0" l="0" r="0" t="9329"/>
          <a:stretch/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46" name="Google Shape;14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52" name="Google Shape;15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a end slide for thank you for your attention." id="158" name="Google Shape;15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